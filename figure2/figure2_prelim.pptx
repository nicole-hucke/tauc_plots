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308" y="642"/>
      </p:cViewPr>
      <p:guideLst/>
    </p:cSldViewPr>
  </p:slideViewPr>
  <p:notesTextViewPr>
    <p:cViewPr>
      <p:scale>
        <a:sx n="3" d="2"/>
        <a:sy n="3" d="2"/>
      </p:scale>
      <p:origin x="-6" y="-18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C54A9-8F69-544E-A0B2-9AE3E88F89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D59A0E-152C-D7FE-58EC-53080C6C5C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F53E3B-A4FB-0F8A-C29A-F45C8B8D0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91B77-CA4B-41B3-A34F-EB674301719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1F794-7408-4829-5F5E-AD986E26A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F63720-A13D-A72E-EB24-A7F1F1959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5337-858E-4DBB-848A-062EC02A0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730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6D683-7101-EAE6-DE82-211E9A02A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DEF611-C6C0-47E1-9006-0F80AA8407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F50736-26D0-EA01-7D0D-314FE74BC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91B77-CA4B-41B3-A34F-EB674301719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7D3091-DE60-B29E-7B21-4A28022E0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940DD9-3512-B1DB-C3CF-891F511C9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5337-858E-4DBB-848A-062EC02A0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557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7E0C4-1245-DE7E-09E3-337E6F889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4D117C-FC89-6AFD-29CE-849D20FA02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0AA88A-CFEB-7C3C-F31F-17BC8877F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91B77-CA4B-41B3-A34F-EB674301719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0A2E3D-BA0B-B77F-C400-C86F6B574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BBD9F7-6EB8-C96F-6BE4-BFBF5C133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5337-858E-4DBB-848A-062EC02A0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403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E3892-AD55-48CD-316E-61A0FA9E1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C53AE9-113B-74C9-73B7-B2F03335F0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59CB22-0EAB-C63F-9FCF-82C3A1103E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E5E2EC-1395-8B21-9E6D-84693068A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91B77-CA4B-41B3-A34F-EB674301719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9D17CA-129F-4523-E8C6-2BF1BE693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9E41CD-9E3F-B1E0-18FD-7AF8735D8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5337-858E-4DBB-848A-062EC02A0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443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098FD-F6D0-561F-FEB0-A14545FB7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893E84-E102-9607-73C3-DC123DE98A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4B5290-6582-8B00-26D0-8C447A32FE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77DE15-1B3A-D4EB-D31F-34464A7D77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C9538A-B530-350C-95B5-670F073AA0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F08D5A-BCC5-A908-3A9F-4203F7CC3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91B77-CA4B-41B3-A34F-EB674301719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5DA01E-3A8D-5E2A-B9D6-761851217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FE87C5-B6DE-A07A-C612-B3D575B46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5337-858E-4DBB-848A-062EC02A0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853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5E4A4-B5E6-DA16-2E55-D3FD7B963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E25AB4-82B0-208A-DAD6-BF22E4C9C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91B77-CA4B-41B3-A34F-EB674301719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BD45B4-9E73-ADC8-DC30-31622C4CB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67CC29-B9AF-6F74-BE5F-D08FDA50B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5337-858E-4DBB-848A-062EC02A0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930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EC35EF-EF09-6B0C-BA63-D993AC53D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91B77-CA4B-41B3-A34F-EB674301719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26354D-7997-2834-92C5-CB5998743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1EBB0C-3329-C47B-B905-FF32BB8EC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5337-858E-4DBB-848A-062EC02A0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942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BA842-C3C8-5DEB-C14A-6AA2CB0C7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1469D8-899E-16A7-DD72-BBAD1FE9A8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07BD57-1BCF-E9E9-66A5-A9D00F5FFB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057A31-0816-4F1E-3296-FDA0C9B73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91B77-CA4B-41B3-A34F-EB674301719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9C8193-D1D1-1200-CB62-261398430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5A81DC-8E1A-D683-0170-72AC4C1EA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5337-858E-4DBB-848A-062EC02A0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555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26AD6-875D-1C67-FBFF-49F4F2329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E304CB-9EC0-505F-6827-64F0F78739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1A4089-74C3-2BEC-3DDB-6B856D86A1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5F37C6-5C68-1477-C9FC-3D57C801F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91B77-CA4B-41B3-A34F-EB674301719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9D9CEB-B847-6F0E-7357-DBE6BDDD8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D428AB-345A-A63F-3A3C-4E99BBA3F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5337-858E-4DBB-848A-062EC02A0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773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B1C61-19C3-2D42-8597-B71D426BA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0D1627-C3DE-2CDB-4046-68CCF8A202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4F812B-6343-7923-CD8E-99BCB5303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91B77-CA4B-41B3-A34F-EB674301719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1E480D-9E27-15F2-B9EE-A87120D96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FAE5A6-AB76-694A-CCCC-F5B5B54D2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5337-858E-4DBB-848A-062EC02A0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4976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EB401D-365F-8BBA-BC81-729248191C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BC631E-0B20-3CCE-EE64-F31DADA64D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E8D5D-E08F-F70C-9340-27B7853F8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91B77-CA4B-41B3-A34F-EB674301719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53960E-D849-8478-C2E9-E0ED11914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EEA2C3-7232-DB8D-3332-BB94DF08B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5337-858E-4DBB-848A-062EC02A0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753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06B45D-620F-8502-26CD-17A091771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F41C2E-6D7A-0F7F-06F0-2359BE8E9F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1AC21-AED2-7A07-6C50-77B9E00212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991B77-CA4B-41B3-A34F-EB674301719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E8EB67-072B-E2DB-457B-8A907B7687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25852E-4A87-937C-94A0-159691B27E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585337-858E-4DBB-848A-062EC02A0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065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5F6090C-8CE3-69C8-C0AC-37D6EA4FA2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4043" y="2733672"/>
            <a:ext cx="7489834" cy="32099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A3A3B99-2247-603A-794A-5840D85E3F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733" r="9563" b="5239"/>
          <a:stretch>
            <a:fillRect/>
          </a:stretch>
        </p:blipFill>
        <p:spPr>
          <a:xfrm>
            <a:off x="5991808" y="566918"/>
            <a:ext cx="3422069" cy="21667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DC9D3B6-B5F6-3665-CC55-EA35C861AF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62" t="24844" r="13147" b="6802"/>
          <a:stretch>
            <a:fillRect/>
          </a:stretch>
        </p:blipFill>
        <p:spPr>
          <a:xfrm>
            <a:off x="2205990" y="566918"/>
            <a:ext cx="3716914" cy="216675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F167FBA-1FCC-4950-2714-306D14567FFE}"/>
              </a:ext>
            </a:extLst>
          </p:cNvPr>
          <p:cNvSpPr txBox="1"/>
          <p:nvPr/>
        </p:nvSpPr>
        <p:spPr>
          <a:xfrm>
            <a:off x="2205990" y="566918"/>
            <a:ext cx="696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(a)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217932-AF5E-2FFF-DB8B-190F440A679F}"/>
              </a:ext>
            </a:extLst>
          </p:cNvPr>
          <p:cNvSpPr txBox="1"/>
          <p:nvPr/>
        </p:nvSpPr>
        <p:spPr>
          <a:xfrm>
            <a:off x="5998654" y="566917"/>
            <a:ext cx="696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(b)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707743-87B2-3A9F-DB3E-3F3C666A009A}"/>
              </a:ext>
            </a:extLst>
          </p:cNvPr>
          <p:cNvSpPr txBox="1"/>
          <p:nvPr/>
        </p:nvSpPr>
        <p:spPr>
          <a:xfrm>
            <a:off x="5991808" y="2733671"/>
            <a:ext cx="696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(d)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B9487E-A38F-5605-2A6A-87754F200C31}"/>
              </a:ext>
            </a:extLst>
          </p:cNvPr>
          <p:cNvSpPr txBox="1"/>
          <p:nvPr/>
        </p:nvSpPr>
        <p:spPr>
          <a:xfrm>
            <a:off x="2140531" y="2733670"/>
            <a:ext cx="696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(c)</a:t>
            </a:r>
          </a:p>
        </p:txBody>
      </p:sp>
    </p:spTree>
    <p:extLst>
      <p:ext uri="{BB962C8B-B14F-4D97-AF65-F5344CB8AC3E}">
        <p14:creationId xmlns:p14="http://schemas.microsoft.com/office/powerpoint/2010/main" val="37839373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12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University of Idaho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Hucke Nunez, Nicole (huck4481@vandals.uidaho.edu)</dc:creator>
  <cp:lastModifiedBy>Hucke Nunez, Nicole (huck4481@vandals.uidaho.edu)</cp:lastModifiedBy>
  <cp:revision>1</cp:revision>
  <dcterms:created xsi:type="dcterms:W3CDTF">2026-05-18T19:09:23Z</dcterms:created>
  <dcterms:modified xsi:type="dcterms:W3CDTF">2026-05-18T21:07:01Z</dcterms:modified>
</cp:coreProperties>
</file>