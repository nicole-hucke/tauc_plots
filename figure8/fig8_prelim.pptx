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186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D10EE-EED1-5462-6DE7-73DBCD011C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0CA81A-B832-C2F5-C9BE-5B1D8F2E9F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A1C800-720D-16C4-C08B-F2E2E737F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C2567-9977-4F83-A8E1-848787B3FE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AAAB24-5F78-356E-23BF-7ED812F8B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2C77E9-9C5C-0582-56D4-1250DE6F9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370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6B753-C4AE-23A0-AF37-269C0536D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D13A9C-387E-C888-85AB-E43DCDC44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6A1B78-42A0-8E71-465A-8E732BECC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C2567-9977-4F83-A8E1-848787B3FE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04E432-2018-5E13-E180-455FD582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6F4D92-9674-A344-ED98-BA60A794E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8652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B3019-3047-0CB9-9F7E-484CFF693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36084F-1600-4D3C-E05A-4F4DE61AF4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D283B3-1C13-4080-7567-0C71789AD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C2567-9977-4F83-A8E1-848787B3FE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D9F179-C488-0EEA-0E90-713DC03BF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2B345-EE9E-1335-A507-D5A0AF5B9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478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4166F-BE7D-29EC-8887-F1C5D657D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410AC7-81D0-9C2C-95CD-8C5D8620C3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3B531F-0126-399C-2B63-D76790FB69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A3E1E-64C4-C067-3F81-CE5C48BA6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C2567-9977-4F83-A8E1-848787B3FE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26E8CC-0804-0F99-9B39-AD33E1135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B5B446-C09E-85EE-CC14-D7B72B34F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514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E0139-ECFD-A21D-EDF2-CE1147BBC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C7F1A-3E54-743C-654D-928FECF8C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32405F-EE64-6D8A-3B7D-58EC772B03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F00295-BA7E-9D33-0767-75B360AA7D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DD9432-682B-AFAD-070D-955D828CC3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947525-8213-BB10-BCBF-384E7DDCE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C2567-9977-4F83-A8E1-848787B3FE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8D7EB2-1C03-B80A-0E38-EB31A7424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39373C-73E2-E7A5-FEC4-78E3914FB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616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9052B-0055-035A-EB8B-3A8384340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423AD8-8387-72AC-12CB-C32A6B17D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C2567-9977-4F83-A8E1-848787B3FE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E15CE4-3730-E52B-77A5-94AD2C54C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97AA5F-E680-3A17-1943-BD69FDACF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997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B5C873-7C0E-F847-4FD0-6B62E8A5B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C2567-9977-4F83-A8E1-848787B3FE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3C25C1-DD86-5427-AAE4-C8C055A33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E8F076-9706-A857-32A1-F850BC6DC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543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807B5-8EB6-1807-A979-C7CD82583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F2458-6E8F-ED7C-63B7-9AE5BA4BA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1B764D-A15A-67E7-E850-A88F9829BE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03F657-0831-7530-9819-F0FCB08B7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C2567-9977-4F83-A8E1-848787B3FE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D7A0E9-57F5-3ECF-5309-E033F3A33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A218A2-A56C-FBAB-45CF-E7CAF6582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033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4F2FE-3F09-2B50-6778-C938008DD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150AEA-2366-3ACA-1FFD-28FFE99B0F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1DA9D7-80FE-9C49-027C-3BC8124A59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EE1A24-6380-AD2B-4070-A6D3081EB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C2567-9977-4F83-A8E1-848787B3FE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7932AB-BBB9-79BA-32DD-BFDD4156F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8E901-EA05-4B51-294C-1A480BE6F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503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1F023-5A08-51D0-EE07-DF88D9A2B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F7FDD9-6F3A-8985-C97B-F5A581CAE9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FA682-FD89-085E-8E5A-F2C355B83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C2567-9977-4F83-A8E1-848787B3FE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1AD59-8E3E-9AFE-E6BB-64420707D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FDF338-76A2-F874-4CDC-B43B916DF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120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22A0A6-AC45-BC3A-F1B3-60194BE2BB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4CE278-9E33-BAEA-7FDB-43D39539C5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445AD8-D8B0-CC83-0CA7-42C061781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C2567-9977-4F83-A8E1-848787B3FE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CD07C-A567-1068-783B-EA2C633D8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2B85C-7D4F-EE1A-42E3-65D778B1C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1630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1DD3B7-7C7E-C3B4-4994-F76B0C4F6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33E09-3DE0-5B2A-B38E-25F276800A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C1EC21-8F42-FD4E-E2CA-3BB11438C9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CC2567-9977-4F83-A8E1-848787B3FE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332543-E123-8ABD-2764-F26C28EC1F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6BFB5C-D735-FF10-E80F-96352354AE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442013-E935-46C2-8E9F-0EBD9C021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66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BC263C2-0DD6-B404-6313-832A12D4F0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337" y="142875"/>
            <a:ext cx="6811216" cy="51435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6124013-AD8B-2853-7E03-6F53AE73CB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3559" y="3912870"/>
            <a:ext cx="7148515" cy="285940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04F086B-34F2-9677-0717-F7E7CEBA3F80}"/>
              </a:ext>
            </a:extLst>
          </p:cNvPr>
          <p:cNvSpPr txBox="1"/>
          <p:nvPr/>
        </p:nvSpPr>
        <p:spPr>
          <a:xfrm>
            <a:off x="1998337" y="52387"/>
            <a:ext cx="1190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(a)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B5A652-3C1C-3A99-117B-8FD95EF3302C}"/>
              </a:ext>
            </a:extLst>
          </p:cNvPr>
          <p:cNvSpPr txBox="1"/>
          <p:nvPr/>
        </p:nvSpPr>
        <p:spPr>
          <a:xfrm>
            <a:off x="4360537" y="52386"/>
            <a:ext cx="1190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(b)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428057-3D2B-152A-1A3C-C11FF95724D5}"/>
              </a:ext>
            </a:extLst>
          </p:cNvPr>
          <p:cNvSpPr txBox="1"/>
          <p:nvPr/>
        </p:nvSpPr>
        <p:spPr>
          <a:xfrm>
            <a:off x="6640840" y="52385"/>
            <a:ext cx="1190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(c)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1FB259-E524-B30D-6886-BA47232026D8}"/>
              </a:ext>
            </a:extLst>
          </p:cNvPr>
          <p:cNvSpPr txBox="1"/>
          <p:nvPr/>
        </p:nvSpPr>
        <p:spPr>
          <a:xfrm>
            <a:off x="1998337" y="1873985"/>
            <a:ext cx="1190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(d)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536506-B81B-448B-20EA-0964D7C9D6B5}"/>
              </a:ext>
            </a:extLst>
          </p:cNvPr>
          <p:cNvSpPr txBox="1"/>
          <p:nvPr/>
        </p:nvSpPr>
        <p:spPr>
          <a:xfrm>
            <a:off x="4360537" y="1873984"/>
            <a:ext cx="1190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(e)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6EB2D-7159-923B-4F03-22EC2AEDD6A1}"/>
              </a:ext>
            </a:extLst>
          </p:cNvPr>
          <p:cNvSpPr txBox="1"/>
          <p:nvPr/>
        </p:nvSpPr>
        <p:spPr>
          <a:xfrm>
            <a:off x="6640840" y="1873983"/>
            <a:ext cx="1190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(f)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1A44DD-A31C-0084-F5B2-5024B06635B5}"/>
              </a:ext>
            </a:extLst>
          </p:cNvPr>
          <p:cNvSpPr txBox="1"/>
          <p:nvPr/>
        </p:nvSpPr>
        <p:spPr>
          <a:xfrm>
            <a:off x="1998336" y="3695583"/>
            <a:ext cx="1190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(g)</a:t>
            </a:r>
          </a:p>
        </p:txBody>
      </p:sp>
    </p:spTree>
    <p:extLst>
      <p:ext uri="{BB962C8B-B14F-4D97-AF65-F5344CB8AC3E}">
        <p14:creationId xmlns:p14="http://schemas.microsoft.com/office/powerpoint/2010/main" val="4032827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21</Words>
  <Application>Microsoft Office PowerPoint</Application>
  <PresentationFormat>Widescreen</PresentationFormat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University of 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Hucke Nunez, Nicole (huck4481@vandals.uidaho.edu)</dc:creator>
  <cp:lastModifiedBy>Hucke Nunez, Nicole (huck4481@vandals.uidaho.edu)</cp:lastModifiedBy>
  <cp:revision>3</cp:revision>
  <dcterms:created xsi:type="dcterms:W3CDTF">2026-05-18T17:43:52Z</dcterms:created>
  <dcterms:modified xsi:type="dcterms:W3CDTF">2026-05-18T18:38:07Z</dcterms:modified>
</cp:coreProperties>
</file>