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106" autoAdjust="0"/>
  </p:normalViewPr>
  <p:slideViewPr>
    <p:cSldViewPr snapToGrid="0">
      <p:cViewPr>
        <p:scale>
          <a:sx n="100" d="100"/>
          <a:sy n="100" d="100"/>
        </p:scale>
        <p:origin x="954" y="2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D10EE-EED1-5462-6DE7-73DBCD011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CA81A-B832-C2F5-C9BE-5B1D8F2E9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1C800-720D-16C4-C08B-F2E2E737F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AAB24-5F78-356E-23BF-7ED812F8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C77E9-9C5C-0582-56D4-1250DE6F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7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6B753-C4AE-23A0-AF37-269C0536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13A9C-387E-C888-85AB-E43DCDC4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A1B78-42A0-8E71-465A-8E732BECC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4E432-2018-5E13-E180-455FD582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F4D92-9674-A344-ED98-BA60A794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65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3019-3047-0CB9-9F7E-484CFF693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6084F-1600-4D3C-E05A-4F4DE61AF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283B3-1C13-4080-7567-0C71789A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9F179-C488-0EEA-0E90-713DC03BF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2B345-EE9E-1335-A507-D5A0AF5B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7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4166F-BE7D-29EC-8887-F1C5D657D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10AC7-81D0-9C2C-95CD-8C5D8620C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B531F-0126-399C-2B63-D76790FB6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A3E1E-64C4-C067-3F81-CE5C48BA6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6E8CC-0804-0F99-9B39-AD33E113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5B446-C09E-85EE-CC14-D7B72B34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1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0139-ECFD-A21D-EDF2-CE1147BBC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C7F1A-3E54-743C-654D-928FECF8C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2405F-EE64-6D8A-3B7D-58EC772B0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00295-BA7E-9D33-0767-75B360AA7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D9432-682B-AFAD-070D-955D828CC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47525-8213-BB10-BCBF-384E7DDC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8D7EB2-1C03-B80A-0E38-EB31A742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9373C-73E2-E7A5-FEC4-78E3914F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1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9052B-0055-035A-EB8B-3A838434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23AD8-8387-72AC-12CB-C32A6B17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15CE4-3730-E52B-77A5-94AD2C54C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7AA5F-E680-3A17-1943-BD69FDAC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5C873-7C0E-F847-4FD0-6B62E8A5B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C25C1-DD86-5427-AAE4-C8C055A3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F076-9706-A857-32A1-F850BC6D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4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07B5-8EB6-1807-A979-C7CD8258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F2458-6E8F-ED7C-63B7-9AE5BA4BA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B764D-A15A-67E7-E850-A88F9829B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F657-0831-7530-9819-F0FCB08B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7A0E9-57F5-3ECF-5309-E033F3A3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218A2-A56C-FBAB-45CF-E7CAF658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3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F2FE-3F09-2B50-6778-C938008D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50AEA-2366-3ACA-1FFD-28FFE99B0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DA9D7-80FE-9C49-027C-3BC8124A5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E1A24-6380-AD2B-4070-A6D3081E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932AB-BBB9-79BA-32DD-BFDD4156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8E901-EA05-4B51-294C-1A480BE6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03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F023-5A08-51D0-EE07-DF88D9A2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7FDD9-6F3A-8985-C97B-F5A581CAE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FA682-FD89-085E-8E5A-F2C355B83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1AD59-8E3E-9AFE-E6BB-64420707D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DF338-76A2-F874-4CDC-B43B916D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20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2A0A6-AC45-BC3A-F1B3-60194BE2B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CE278-9E33-BAEA-7FDB-43D39539C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45AD8-D8B0-CC83-0CA7-42C06178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CD07C-A567-1068-783B-EA2C633D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B85C-7D4F-EE1A-42E3-65D778B1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6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1DD3B7-7C7E-C3B4-4994-F76B0C4F6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33E09-3DE0-5B2A-B38E-25F276800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1EC21-8F42-FD4E-E2CA-3BB11438C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C2567-9977-4F83-A8E1-848787B3FE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32543-E123-8ABD-2764-F26C28EC1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BFB5C-D735-FF10-E80F-96352354A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42013-E935-46C2-8E9F-0EBD9C021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C263C2-0DD6-B404-6313-832A12D4F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37" y="90490"/>
            <a:ext cx="6811216" cy="514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124013-AD8B-2853-7E03-6F53AE73C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59" y="3860485"/>
            <a:ext cx="7148515" cy="28594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4F086B-34F2-9677-0717-F7E7CEBA3F80}"/>
              </a:ext>
            </a:extLst>
          </p:cNvPr>
          <p:cNvSpPr txBox="1"/>
          <p:nvPr/>
        </p:nvSpPr>
        <p:spPr>
          <a:xfrm>
            <a:off x="664837" y="2"/>
            <a:ext cx="1190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5A652-3C1C-3A99-117B-8FD95EF3302C}"/>
              </a:ext>
            </a:extLst>
          </p:cNvPr>
          <p:cNvSpPr txBox="1"/>
          <p:nvPr/>
        </p:nvSpPr>
        <p:spPr>
          <a:xfrm>
            <a:off x="3027037" y="1"/>
            <a:ext cx="1190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28057-3D2B-152A-1A3C-C11FF95724D5}"/>
              </a:ext>
            </a:extLst>
          </p:cNvPr>
          <p:cNvSpPr txBox="1"/>
          <p:nvPr/>
        </p:nvSpPr>
        <p:spPr>
          <a:xfrm>
            <a:off x="5307340" y="0"/>
            <a:ext cx="1190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1FB259-E524-B30D-6886-BA47232026D8}"/>
              </a:ext>
            </a:extLst>
          </p:cNvPr>
          <p:cNvSpPr txBox="1"/>
          <p:nvPr/>
        </p:nvSpPr>
        <p:spPr>
          <a:xfrm>
            <a:off x="664837" y="1821600"/>
            <a:ext cx="1190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36506-B81B-448B-20EA-0964D7C9D6B5}"/>
              </a:ext>
            </a:extLst>
          </p:cNvPr>
          <p:cNvSpPr txBox="1"/>
          <p:nvPr/>
        </p:nvSpPr>
        <p:spPr>
          <a:xfrm>
            <a:off x="3027037" y="1821599"/>
            <a:ext cx="1190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96EB2D-7159-923B-4F03-22EC2AEDD6A1}"/>
              </a:ext>
            </a:extLst>
          </p:cNvPr>
          <p:cNvSpPr txBox="1"/>
          <p:nvPr/>
        </p:nvSpPr>
        <p:spPr>
          <a:xfrm>
            <a:off x="5307340" y="1821598"/>
            <a:ext cx="1190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(f)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1A44DD-A31C-0084-F5B2-5024B06635B5}"/>
              </a:ext>
            </a:extLst>
          </p:cNvPr>
          <p:cNvSpPr txBox="1"/>
          <p:nvPr/>
        </p:nvSpPr>
        <p:spPr>
          <a:xfrm>
            <a:off x="664836" y="3643198"/>
            <a:ext cx="1190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(g)</a:t>
            </a:r>
          </a:p>
        </p:txBody>
      </p:sp>
    </p:spTree>
    <p:extLst>
      <p:ext uri="{BB962C8B-B14F-4D97-AF65-F5344CB8AC3E}">
        <p14:creationId xmlns:p14="http://schemas.microsoft.com/office/powerpoint/2010/main" val="40328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8736B8-A72E-327D-9028-782DCD453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254" y="0"/>
            <a:ext cx="6938825" cy="4358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17030-1E7C-EAC9-84D1-686267BC33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332"/>
          <a:stretch>
            <a:fillRect/>
          </a:stretch>
        </p:blipFill>
        <p:spPr>
          <a:xfrm>
            <a:off x="1948586" y="3167744"/>
            <a:ext cx="7195414" cy="1544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3BA0A4-0C58-EB7B-14D2-FC910BDB9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665" y="4712169"/>
            <a:ext cx="7195414" cy="19995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E15CBC-BD04-EC5E-F5C8-C63F77F9AF6F}"/>
              </a:ext>
            </a:extLst>
          </p:cNvPr>
          <p:cNvSpPr txBox="1"/>
          <p:nvPr/>
        </p:nvSpPr>
        <p:spPr>
          <a:xfrm>
            <a:off x="2367190" y="-23718"/>
            <a:ext cx="119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08FD0E-926E-D3D8-87E8-5015861D69B3}"/>
              </a:ext>
            </a:extLst>
          </p:cNvPr>
          <p:cNvSpPr txBox="1"/>
          <p:nvPr/>
        </p:nvSpPr>
        <p:spPr>
          <a:xfrm>
            <a:off x="4135931" y="-27780"/>
            <a:ext cx="119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0AF4F0-5CFE-AE33-CB68-1393F913CE3A}"/>
              </a:ext>
            </a:extLst>
          </p:cNvPr>
          <p:cNvSpPr txBox="1"/>
          <p:nvPr/>
        </p:nvSpPr>
        <p:spPr>
          <a:xfrm>
            <a:off x="5823597" y="-27781"/>
            <a:ext cx="119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780263-5639-8AC9-B295-DFA6611F7917}"/>
              </a:ext>
            </a:extLst>
          </p:cNvPr>
          <p:cNvSpPr txBox="1"/>
          <p:nvPr/>
        </p:nvSpPr>
        <p:spPr>
          <a:xfrm>
            <a:off x="2367189" y="1500208"/>
            <a:ext cx="119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9BF6BE-1E62-2903-5A01-8C8D228B1EC1}"/>
              </a:ext>
            </a:extLst>
          </p:cNvPr>
          <p:cNvSpPr txBox="1"/>
          <p:nvPr/>
        </p:nvSpPr>
        <p:spPr>
          <a:xfrm>
            <a:off x="4135930" y="1501657"/>
            <a:ext cx="119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(f)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35129C-F34C-BFE3-50A3-6EC587D952E6}"/>
              </a:ext>
            </a:extLst>
          </p:cNvPr>
          <p:cNvSpPr txBox="1"/>
          <p:nvPr/>
        </p:nvSpPr>
        <p:spPr>
          <a:xfrm>
            <a:off x="7231574" y="1797880"/>
            <a:ext cx="119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(f)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82CF63-E7F3-6287-CB7C-36F5D325701F}"/>
              </a:ext>
            </a:extLst>
          </p:cNvPr>
          <p:cNvSpPr txBox="1"/>
          <p:nvPr/>
        </p:nvSpPr>
        <p:spPr>
          <a:xfrm>
            <a:off x="2589070" y="3619480"/>
            <a:ext cx="119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(g)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55BF67-46BF-B81A-B4F6-9792632C458B}"/>
              </a:ext>
            </a:extLst>
          </p:cNvPr>
          <p:cNvSpPr txBox="1"/>
          <p:nvPr/>
        </p:nvSpPr>
        <p:spPr>
          <a:xfrm>
            <a:off x="7487838" y="-22701"/>
            <a:ext cx="119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17EFCD-5D65-0250-3D60-67C3D4007673}"/>
              </a:ext>
            </a:extLst>
          </p:cNvPr>
          <p:cNvSpPr txBox="1"/>
          <p:nvPr/>
        </p:nvSpPr>
        <p:spPr>
          <a:xfrm>
            <a:off x="5823597" y="1500207"/>
            <a:ext cx="119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(g)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9BC32F-CF79-0BEE-61FA-28DB231A27C5}"/>
              </a:ext>
            </a:extLst>
          </p:cNvPr>
          <p:cNvSpPr txBox="1"/>
          <p:nvPr/>
        </p:nvSpPr>
        <p:spPr>
          <a:xfrm>
            <a:off x="7405463" y="1497964"/>
            <a:ext cx="119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(h)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736E46-609C-35AF-6E70-84747FF80154}"/>
              </a:ext>
            </a:extLst>
          </p:cNvPr>
          <p:cNvSpPr txBox="1"/>
          <p:nvPr/>
        </p:nvSpPr>
        <p:spPr>
          <a:xfrm>
            <a:off x="2367190" y="3003512"/>
            <a:ext cx="299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</a:t>
            </a:r>
            <a:r>
              <a:rPr lang="en-US" sz="1000" dirty="0" err="1"/>
              <a:t>i</a:t>
            </a:r>
            <a:r>
              <a:rPr lang="en-US" sz="10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8F768C-7FEA-6A58-ABEF-ABE24C36EEFF}"/>
              </a:ext>
            </a:extLst>
          </p:cNvPr>
          <p:cNvSpPr txBox="1"/>
          <p:nvPr/>
        </p:nvSpPr>
        <p:spPr>
          <a:xfrm>
            <a:off x="2321356" y="4589058"/>
            <a:ext cx="345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(j)</a:t>
            </a:r>
          </a:p>
        </p:txBody>
      </p:sp>
    </p:spTree>
    <p:extLst>
      <p:ext uri="{BB962C8B-B14F-4D97-AF65-F5344CB8AC3E}">
        <p14:creationId xmlns:p14="http://schemas.microsoft.com/office/powerpoint/2010/main" val="3949165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57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University of 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Hucke Nunez, Nicole (huck4481@vandals.uidaho.edu)</dc:creator>
  <cp:lastModifiedBy>Hucke, Nicole (huck4481@vandals.uidaho.edu)</cp:lastModifiedBy>
  <cp:revision>4</cp:revision>
  <dcterms:created xsi:type="dcterms:W3CDTF">2026-05-18T17:43:52Z</dcterms:created>
  <dcterms:modified xsi:type="dcterms:W3CDTF">2026-09-10T06:06:14Z</dcterms:modified>
</cp:coreProperties>
</file>